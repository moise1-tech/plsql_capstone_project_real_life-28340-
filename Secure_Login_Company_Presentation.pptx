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86725" cy="7740650"/>
          </a:xfrm>
        </p:spPr>
        <p:txBody>
          <a:bodyPr>
            <a:normAutofit/>
          </a:bodyPr>
          <a:lstStyle/>
          <a:p>
            <a:r>
              <a:rPr lang="en-US" sz="2400" dirty="0"/>
              <a:t>NDARUHUTSE MOISE </a:t>
            </a:r>
            <a:br>
              <a:rPr lang="en-US" sz="2400" dirty="0"/>
            </a:br>
            <a:r>
              <a:rPr lang="en-US" sz="2400" dirty="0"/>
              <a:t>Monday_28340_Ndaruhutse_Secure user login system_presentation.pptx</a:t>
            </a:r>
            <a:br>
              <a:rPr lang="en-US" sz="2400" dirty="0"/>
            </a:br>
            <a:r>
              <a:rPr lang="en-US" sz="2400" dirty="0"/>
              <a:t>Final Exam project PL\SQL</a:t>
            </a:r>
            <a:br>
              <a:rPr lang="en-US" dirty="0"/>
            </a:b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F41BE-2DF8-5D63-8A80-1FD4BCC1E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213" y="1589191"/>
            <a:ext cx="4820323" cy="1486107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Title : Secure user login and activity logging 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6888DC-6EE1-D64D-605A-D56C6ED6A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475017"/>
              </p:ext>
            </p:extLst>
          </p:nvPr>
        </p:nvGraphicFramePr>
        <p:xfrm>
          <a:off x="457200" y="1757363"/>
          <a:ext cx="8229600" cy="366029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17945532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33554810"/>
                    </a:ext>
                  </a:extLst>
                </a:gridCol>
              </a:tblGrid>
              <a:tr h="5023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Element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Detail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837701"/>
                  </a:ext>
                </a:extLst>
              </a:tr>
              <a:tr h="825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Project Title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 User Login and Activity Logging System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368983"/>
                  </a:ext>
                </a:extLst>
              </a:tr>
              <a:tr h="5023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Student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Ndaruhutse Moise (ID: 28340)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183616"/>
                  </a:ext>
                </a:extLst>
              </a:tr>
              <a:tr h="8253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Course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Database Development with PL/SQL (INSY 8311)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795242"/>
                  </a:ext>
                </a:extLst>
              </a:tr>
              <a:tr h="5023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Instructor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Eric Maniraguha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091982"/>
                  </a:ext>
                </a:extLst>
              </a:tr>
              <a:tr h="5023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01/12/2025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6476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 &amp; Project Objectives (Phase I)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Problem Definition:</a:t>
            </a:r>
            <a:r>
              <a:rPr lang="en-US" dirty="0"/>
              <a:t> Many systems lack robust, auditable mechanisms for </a:t>
            </a:r>
            <a:r>
              <a:rPr lang="en-US" b="1" dirty="0"/>
              <a:t>user authentication</a:t>
            </a:r>
            <a:r>
              <a:rPr lang="en-US" dirty="0"/>
              <a:t>, </a:t>
            </a:r>
            <a:r>
              <a:rPr lang="en-US" b="1" dirty="0"/>
              <a:t>access control</a:t>
            </a:r>
            <a:r>
              <a:rPr lang="en-US" dirty="0"/>
              <a:t>, and </a:t>
            </a:r>
            <a:r>
              <a:rPr lang="en-US" b="1" dirty="0"/>
              <a:t>activity tracking</a:t>
            </a:r>
            <a:r>
              <a:rPr lang="en-US" dirty="0"/>
              <a:t>, leading to security vulnerabilities and compliance risks.</a:t>
            </a:r>
          </a:p>
          <a:p>
            <a:r>
              <a:rPr lang="en-US" b="1" dirty="0"/>
              <a:t>Core Challenge:</a:t>
            </a:r>
            <a:r>
              <a:rPr lang="en-US" dirty="0"/>
              <a:t> Prevent unauthorized access and ensure </a:t>
            </a:r>
            <a:r>
              <a:rPr lang="en-US" b="1" dirty="0"/>
              <a:t>all login attempts</a:t>
            </a:r>
            <a:r>
              <a:rPr lang="en-US" dirty="0"/>
              <a:t> are reliably recorded for security auditing.</a:t>
            </a:r>
          </a:p>
          <a:p>
            <a:r>
              <a:rPr lang="en-US" b="1" dirty="0"/>
              <a:t>Project Objectives (S.M.A.R.T.):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i="1" dirty="0"/>
              <a:t>Ensure</a:t>
            </a:r>
            <a:r>
              <a:rPr lang="en-US" dirty="0"/>
              <a:t> </a:t>
            </a:r>
            <a:r>
              <a:rPr lang="en-US" b="1" dirty="0"/>
              <a:t>Role-Based Access Control</a:t>
            </a:r>
            <a:r>
              <a:rPr lang="en-US" dirty="0"/>
              <a:t> (User/Admin).</a:t>
            </a:r>
          </a:p>
          <a:p>
            <a:pPr lvl="1"/>
            <a:r>
              <a:rPr lang="en-US" dirty="0"/>
              <a:t> Implement </a:t>
            </a:r>
            <a:r>
              <a:rPr lang="en-US" b="1" dirty="0"/>
              <a:t>Secure Authentication</a:t>
            </a:r>
            <a:r>
              <a:rPr lang="en-US" dirty="0"/>
              <a:t> using password hashing.</a:t>
            </a:r>
          </a:p>
          <a:p>
            <a:pPr lvl="1"/>
            <a:r>
              <a:rPr lang="en-US" dirty="0"/>
              <a:t> Automatically </a:t>
            </a:r>
            <a:r>
              <a:rPr lang="en-US" b="1" dirty="0"/>
              <a:t>lock accounts</a:t>
            </a:r>
            <a:r>
              <a:rPr lang="en-US" dirty="0"/>
              <a:t> after a threshold of failed attempts.</a:t>
            </a:r>
          </a:p>
          <a:p>
            <a:pPr lvl="1"/>
            <a:r>
              <a:rPr lang="en-US" dirty="0"/>
              <a:t> Maintain a comprehensive </a:t>
            </a:r>
            <a:r>
              <a:rPr lang="en-US" b="1" dirty="0"/>
              <a:t>Activity Log</a:t>
            </a:r>
            <a:r>
              <a:rPr lang="en-US" dirty="0"/>
              <a:t> of all login attempts.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Process Model (Phase II)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15C216-3CBD-9C91-517C-0E9A6F3770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78105"/>
            <a:ext cx="8111613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Scope: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End-to-end login attempt, credential validation, lockout mechanism, and audit recording.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Actors &amp; Components: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User/Admin: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Submits credentials and performs administrative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Application: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Interfaces between User and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Auth Service (PL/SQL Package):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Handles validation, logging, and lockouts.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 Flow (BPMN Summary):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User enters credentials 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Auth Package validates 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rightarrow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(reset fails, log success)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FAILED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(increment fails, check threshold, log failure)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LOCKED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(log failure, deny access).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MIS Relevance: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Provides auditable data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login_log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audit_log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essential for compliance and security reporting.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 Data Model (ERD) (Phase III)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36A62C-3FF1-8083-6864-4EED9FF62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2078077"/>
            <a:ext cx="8229601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data required to support the login, auditing, and lockout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Tables &amp; Relationships: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SECURE_USERS: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credentials (hashed), roles, lockout status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is_locked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failed_attempts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(Parent Table)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LOGIN_LOG: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Records every attempt (success/fail, source IP).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(Child of SECURE_USERS)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ACCOUNT_LOCKS: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History of every lockout/unlock event.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(Child of SECURE_USERS)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AUDIT_LOG: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 DML audit trail (e.g., user creation, unlock).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Feature: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Passwords are never stored in plain text; only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SHA-256 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password_hash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stored.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&amp; Table Implementation (Phases IV &amp; V)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DB96EA-6B8C-E39C-4CAC-D39EB0DBD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2293522"/>
            <a:ext cx="808672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Setup: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Oracle Pluggable Database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mon_28340_Moise_securesystem_DB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Implementation Details (DML):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SECURE_USERS.user_id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GENERATED BY DEFAULT ON NULL AS IDENTITY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(Auto-PK).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password_hash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VARCHAR2(200) NOT NULL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is_locked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uses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CHECK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is_locked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 ('Y','N'))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LOGIN_LOG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references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SECURE_USERS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fk_login_user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Population: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200 users and 1000 randomized login attempts were generated using PL/SQL loops to create realistic test data, including failures and lockouts.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1C3289-77BB-0E21-8AFD-6C42CB868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7" y="4800600"/>
            <a:ext cx="5072061" cy="1900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PL/SQL Authentication Package (Phase VI)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A39E71-3B40-FA74-3692-98C45E9A17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547436"/>
            <a:ext cx="867532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086100" lvl="7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Main Component: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pkg_auth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package to centralize all security logic.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Procedures &amp; Functions: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hash_password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p_plain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 Encrypts the input password using STANDARD_HASH('SHA256').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authenticate(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p_username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p_password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p_src_ip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p_result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OUT):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Checks for lock status first.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Compares the input hash with the stored hash.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 success, resets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failed_attempts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updates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last_login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 failure, increments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failed_attempts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triggers lockout if $\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5$ attempts.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unlock_user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p_username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p_admin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 Allows administrators to reset account lock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Configuration: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c_lock_threshold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CONSTANT NUMBER := 5;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Programming &amp; Auditing (Phase VII)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1E961F-7594-C45D-88F3-406B40BF5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24107"/>
            <a:ext cx="822960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Automated Auditing (Triggers):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trg_audit_secure_users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AFTER DML trigger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SECURE_USERS that automatically records all INSERT, UPDATE, or DELETE actions into the AUDIT_LOG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Business Rule Enforcement (Triggers):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trg_restrict_user_changes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Implements the course requirement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restrict non-admin DML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SECURE_USERS during weekdays and public holidays. This demonstrates conditional access restriction.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Cursor 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cursor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c_suspicious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was developed to efficiently query and report on users with $\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3$ failed attempts.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Concepts Demonstrated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B7A01B-944C-CBF0-917B-42CCCE77C7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31692"/>
            <a:ext cx="767238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Encryption/Hashing: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STANDARD_HASH('SHA256')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secure password storage.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(RBAC):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via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column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utilized in the DML restriction trigger.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&amp; Access Restriction: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Managed securely via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pkg_auth.authenticate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procedure and the account lockout feature.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Auditing: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through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LOGIN_LOG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and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AUDIT_LOG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trigger.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in PL/SQL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WHEN NO_DATA_FOUND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authenticate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gracefully handle unknown usernames and log the failed attempt.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 &amp; Future Enhancements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807C1E-70A5-E0AB-5255-AAE08279A7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77858"/>
            <a:ext cx="794938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successfully implemented a secure, auditable, and resilient user authentication system using core PL/SQL concepts (packages, procedures, functions, and triggers).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Achievement: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Demonstrated secure password hashing and an automatic lockout mechanism.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Enhancements: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Lockout: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time-based lockouts (e.g., 30 minutes).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Policies: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procedures to enforce password expiration and complexity.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 the logging to track user activity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 login across multiple sessions.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1039</Words>
  <Application>Microsoft Office PowerPoint</Application>
  <PresentationFormat>On-screen Show (4:3)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Google Sans Text</vt:lpstr>
      <vt:lpstr>Office Theme</vt:lpstr>
      <vt:lpstr>NDARUHUTSE MOISE  Monday_28340_Ndaruhutse_Secure user login system_presentation.pptx Final Exam project PL\SQL </vt:lpstr>
      <vt:lpstr>Project Title : Secure user login and activity logging system</vt:lpstr>
      <vt:lpstr>Problem Statement &amp; Project Objectives (Phase I)</vt:lpstr>
      <vt:lpstr>Business Process Model (Phase II)</vt:lpstr>
      <vt:lpstr>Logical Data Model (ERD) (Phase III)</vt:lpstr>
      <vt:lpstr>Database &amp; Table Implementation (Phases IV &amp; V)</vt:lpstr>
      <vt:lpstr>PL/SQL Authentication Package (Phase VI)</vt:lpstr>
      <vt:lpstr>Advanced Programming &amp; Auditing (Phase VII)</vt:lpstr>
      <vt:lpstr>Security Concepts Demonstrated</vt:lpstr>
      <vt:lpstr>Conclusion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MUTONI</dc:creator>
  <cp:keywords/>
  <dc:description>generated using python-pptx</dc:description>
  <cp:lastModifiedBy>MUTONI</cp:lastModifiedBy>
  <cp:revision>2</cp:revision>
  <dcterms:created xsi:type="dcterms:W3CDTF">2013-01-27T09:14:16Z</dcterms:created>
  <dcterms:modified xsi:type="dcterms:W3CDTF">2025-12-07T14:28:02Z</dcterms:modified>
  <cp:category/>
</cp:coreProperties>
</file>